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URL Shortener with Analytics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Microservice based URL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[Refined AI content]</a:t>
            </a:r>
          </a:p>
          <a:p/>
          <a:p>
            <a:r>
              <a:t>Original:</a:t>
            </a:r>
          </a:p>
          <a:p/>
          <a:p/>
          <a:p>
            <a:r>
              <a:t>Refinement instruction:</a:t>
            </a:r>
          </a:p>
          <a:p>
            <a:r>
              <a:t>Rewrite this in a simpler and clearer way for beginners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[Refined AI content]</a:t>
            </a:r>
          </a:p>
          <a:p/>
          <a:p>
            <a:r>
              <a:t>Original:</a:t>
            </a:r>
          </a:p>
          <a:p/>
          <a:p/>
          <a:p>
            <a:r>
              <a:t>Refinement instruction:</a:t>
            </a:r>
          </a:p>
          <a:p>
            <a:r>
              <a:t>Hello, this is my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[Refined AI content]</a:t>
            </a:r>
          </a:p>
          <a:p/>
          <a:p>
            <a:r>
              <a:t>Original:</a:t>
            </a:r>
          </a:p>
          <a:p/>
          <a:p/>
          <a:p>
            <a:r>
              <a:t>Refinement instruction:</a:t>
            </a:r>
          </a:p>
          <a:p>
            <a:r>
              <a:t>Paraphrase this to avoid plagiarism while keeping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