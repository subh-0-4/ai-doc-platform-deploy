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Robotic world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Robotics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[AI Generated]</a:t>
            </a:r>
          </a:p>
          <a:p/>
          <a:p>
            <a:r>
              <a:t>Refine the following document section.</a:t>
            </a:r>
          </a:p>
          <a:p/>
          <a:p>
            <a:r>
              <a:t>Main topic: Robotics</a:t>
            </a:r>
          </a:p>
          <a:p>
            <a:r>
              <a:t>Section title: Introduction</a:t>
            </a:r>
          </a:p>
          <a:p>
            <a:r>
              <a:t>Refinement instruction: Make it concise and formal</a:t>
            </a:r>
          </a:p>
          <a:p/>
          <a:p>
            <a:r>
              <a:t>Original text:</a:t>
            </a:r>
          </a:p>
          <a:p>
            <a:r>
              <a:t>[AI Generated]</a:t>
            </a:r>
          </a:p>
          <a:p/>
          <a:p>
            <a:r>
              <a:t>Write a clear, structured section for a document.</a:t>
            </a:r>
          </a:p>
          <a:p>
            <a:r>
              <a:t>Main topic: Robotics</a:t>
            </a:r>
          </a:p>
          <a:p>
            <a:r>
              <a:t>Section title: Introduction</a:t>
            </a:r>
          </a:p>
          <a:p/>
          <a:p>
            <a:r>
              <a:t>Requirements:</a:t>
            </a:r>
          </a:p>
          <a:p>
            <a:r>
              <a:t>- 2–3 short paragraphs</a:t>
            </a:r>
          </a:p>
          <a:p>
            <a:r>
              <a:t>- Simple and professional tone</a:t>
            </a:r>
          </a:p>
          <a:p>
            <a:r>
              <a:t>- Explain the idea in a way a beginner can understand.</a:t>
            </a:r>
          </a:p>
          <a:p/>
          <a:p>
            <a:r>
              <a:t>Return only the improved version, no explanations.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[AI Generated]</a:t>
            </a:r>
          </a:p>
          <a:p/>
          <a:p>
            <a:r>
              <a:t>Write a clear, structured section for a document.</a:t>
            </a:r>
          </a:p>
          <a:p>
            <a:r>
              <a:t>Main topic: Robotics</a:t>
            </a:r>
          </a:p>
          <a:p>
            <a:r>
              <a:t>Section title: Main Content</a:t>
            </a:r>
          </a:p>
          <a:p/>
          <a:p>
            <a:r>
              <a:t>Requirements:</a:t>
            </a:r>
          </a:p>
          <a:p>
            <a:r>
              <a:t>- 2–3 short paragraphs</a:t>
            </a:r>
          </a:p>
          <a:p>
            <a:r>
              <a:t>- Simple and professional tone</a:t>
            </a:r>
          </a:p>
          <a:p>
            <a:r>
              <a:t>- Explain the idea in a way a beginner can understand.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[AI Generated]</a:t>
            </a:r>
          </a:p>
          <a:p/>
          <a:p>
            <a:r>
              <a:t>Write a clear, structured section for a document.</a:t>
            </a:r>
          </a:p>
          <a:p>
            <a:r>
              <a:t>Main topic: Robotics</a:t>
            </a:r>
          </a:p>
          <a:p>
            <a:r>
              <a:t>Section title: Conclusion</a:t>
            </a:r>
          </a:p>
          <a:p/>
          <a:p>
            <a:r>
              <a:t>Requirements:</a:t>
            </a:r>
          </a:p>
          <a:p>
            <a:r>
              <a:t>- 2–3 short paragraphs</a:t>
            </a:r>
          </a:p>
          <a:p>
            <a:r>
              <a:t>- Simple and professional tone</a:t>
            </a:r>
          </a:p>
          <a:p>
            <a:r>
              <a:t>- Explain the idea in a way a beginner can understand.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