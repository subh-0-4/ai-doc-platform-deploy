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Word Doc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in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[Refined AI content]</a:t>
            </a:r>
          </a:p>
          <a:p/>
          <a:p>
            <a:r>
              <a:t>Original:</a:t>
            </a:r>
          </a:p>
          <a:p>
            <a:r>
              <a:t>[AI generated content]</a:t>
            </a:r>
          </a:p>
          <a:p/>
          <a:p>
            <a:r>
              <a:t>Prompt used:</a:t>
            </a:r>
          </a:p>
          <a:p>
            <a:r>
              <a:t>Main topic: AI in Healthcare</a:t>
            </a:r>
          </a:p>
          <a:p>
            <a:r>
              <a:t>Section title: Introduction</a:t>
            </a:r>
          </a:p>
          <a:p>
            <a:r>
              <a:t>Generate clear, structured business content.</a:t>
            </a:r>
          </a:p>
          <a:p/>
          <a:p>
            <a:r>
              <a:t>Refinement instruction:</a:t>
            </a:r>
          </a:p>
          <a:p>
            <a:r>
              <a:t>Make this more formal and concise.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 content]</a:t>
            </a:r>
          </a:p>
          <a:p/>
          <a:p>
            <a:r>
              <a:t>Prompt used:</a:t>
            </a:r>
          </a:p>
          <a:p>
            <a:r>
              <a:t>Main topic: AI in Healthcare</a:t>
            </a:r>
          </a:p>
          <a:p>
            <a:r>
              <a:t>Section title: Benefits</a:t>
            </a:r>
          </a:p>
          <a:p>
            <a:r>
              <a:t>Generate clear, structured business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 content]</a:t>
            </a:r>
          </a:p>
          <a:p/>
          <a:p>
            <a:r>
              <a:t>Prompt used:</a:t>
            </a:r>
          </a:p>
          <a:p>
            <a:r>
              <a:t>Main topic: AI in Healthcare</a:t>
            </a:r>
          </a:p>
          <a:p>
            <a:r>
              <a:t>Section title: Challenges</a:t>
            </a:r>
          </a:p>
          <a:p>
            <a:r>
              <a:t>Generate clear, structured business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