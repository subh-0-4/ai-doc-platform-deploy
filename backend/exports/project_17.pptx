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Railway Track plan</a:t>
            </a:r>
          </a:p>
        </p:txBody>
      </p:sp>
      <p:sp>
        <p:nvSpPr>
          <p:cNvPr id="3" name="Subtitle 2"/>
          <p:cNvSpPr>
            <a:spLocks noGrp="1"/>
          </p:cNvSpPr>
          <p:nvPr>
            <p:ph type="subTitle" idx="1"/>
          </p:nvPr>
        </p:nvSpPr>
        <p:spPr/>
        <p:txBody>
          <a:bodyPr/>
          <a:lstStyle/>
          <a:p>
            <a:r>
              <a:t>Frontend plan of the railway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 Introduction</a:t>
            </a:r>
          </a:p>
          <a:p/>
          <a:p>
            <a:r>
              <a:t>This section introduces the strategic plan for the railway system's comprehensive suite of user-facing applications—the "Frontend." This digital layer encompasses all visual interfaces, operational dashboards, and customer portals, critically determining the efficiency of resource management and the quality of passenger service delivery.</a:t>
            </a:r>
          </a:p>
          <a:p/>
          <a:p>
            <a:r>
              <a:t>The primary objective is to establish a clear roadmap for developing intuitive, reliable, and high-performing digital instruments. This framework is crucial for minimizing operational complexity, enabling staff to execute critical tasks rapidly, and ensuring a seamless experience for passengers, from scheduling inquiries to ticket acquisition.</a:t>
            </a:r>
          </a:p>
          <a:p/>
          <a:p>
            <a:r>
              <a:t>The subsequent document outlines the governing principles, required technology stack, and phased approach for building this modern digital infrastructure. Key focus areas include rigorous usability testing, standardization of design elements, and achieving full responsiveness across all operational devices and environments.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Main Content</a:t>
            </a:r>
          </a:p>
        </p:txBody>
      </p:sp>
      <p:sp>
        <p:nvSpPr>
          <p:cNvPr id="3" name="Content Placeholder 2"/>
          <p:cNvSpPr>
            <a:spLocks noGrp="1"/>
          </p:cNvSpPr>
          <p:nvPr>
            <p:ph idx="1"/>
          </p:nvPr>
        </p:nvSpPr>
        <p:spPr/>
        <p:txBody>
          <a:bodyPr/>
          <a:lstStyle/>
          <a:p>
            <a:r>
              <a:t># Main Content</a:t>
            </a:r>
          </a:p>
          <a:p/>
          <a:p>
            <a:r>
              <a:t>The frontend plan details the development of the railway management system's visual layer (UI). This interface comprises the screens, controls, and geospatial visualizations essential for daily interaction by operational staff, including dispatchers and station managers. The core objective is translating complex, real-time backend data (e.g., train telemetry, track occupancy, scheduling) into a clear, reliable, and actionable operational display.</a:t>
            </a:r>
          </a:p>
          <a:p/>
          <a:p>
            <a:r>
              <a:t>The strategic approach prioritizes developing a highly responsive and maintainable application utilizing a modern, component-based framework. This architecture constructs the application from reusable visual modules. This modularity ensures efficiency; data changes are localized, resulting in faster updates, enhanced system stability, and minimized operational latency during critical live interactions.</a:t>
            </a:r>
          </a:p>
          <a:p/>
          <a:p>
            <a:r>
              <a:t>The efficacy of this plan is contingent upon robust User Experience (UX) design. The interface prioritizes clarity and operational efficiency, enabling staff to interpret dynamic data and execute rapid decision-making cycles. Implementing a standardized visual language and adhering to accessibility standards will minimize onboarding time for new personnel and substantially mitigate the potential for human error in complex operational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Conclusion</a:t>
            </a:r>
          </a:p>
          <a:p/>
          <a:p>
            <a:r>
              <a:t>The detailed frontend plan is now finalized, providing a comprehensive blueprint for developing all user-facing parts of our railway system. This plan guarantees that whether a customer is booking a ticket on their phone, checking schedules online, or interacting with an information kiosk, the experience will be unified, fast, and intuitive. Essentially, we have successfully defined the entire digital "face" of our railway services, ensuring that ease-of-use is the top priority across every platform.</a:t>
            </a:r>
          </a:p>
          <a:p/>
          <a:p>
            <a:r>
              <a:t>A major goal of this strategy is technical and visual consistency. By standardizing our design components—such as buttons, layouts, and navigation elements—we ensure users are never confused by different appearances or behaviors across various touchpoints. Furthermore, this standardization allows our development teams to work more efficiently, reducing complexity and speeding up the delivery of future features and necessary updates.</a:t>
            </a:r>
          </a:p>
          <a:p/>
          <a:p>
            <a:r>
              <a:t>With the planning phase complete and approved, the immediate focus shifts entirely to implementation. We are now prepared to move from blueprint to execution, transforming these detailed designs into functional software and polished interfaces. We anticipate that this comprehensive frontend strategy will significantly improve overall customer satisfaction and drive greater efficiency across all digital railway services.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